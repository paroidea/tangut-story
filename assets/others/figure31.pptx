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FE20-EDF0-BB05-A990-6892B7C2D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D83C1-BF60-CD1B-2D95-C4F6640D6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6B281-5EE7-A6E0-D5F6-11DD1DAD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58BC8-C3EB-C5EB-DE70-A4ADFCE1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6A38E-FE3C-6FC2-F4E6-15B7BF8F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09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44DA6-0CEE-67CB-6429-097536FE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DD7E-D594-069E-EB47-9F80D4DA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D682E-9C92-7096-A7B8-1DA371D7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1316-AF66-2164-9422-B0D62CF0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E052C-02E0-9DA4-D066-1B48446B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C98F-B7C4-E22D-EEF1-73D970F9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0078A-94B9-8232-E1FE-3EE095654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25CCF-9420-AFA0-15A7-1564EA162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C40F4-9F1F-8E6B-F61F-066911CD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C6B6-D46F-C8CA-AD9D-545A9AC6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4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99A-0176-25DC-CEE7-18C938B6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94CB-D28B-979A-2797-C05D961B6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DE7D9-0724-48CE-74EA-B9D77F21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E02D8-67A4-8805-CD2D-B66529B8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5DD13-41EF-F6FF-C4AF-CD6EE2B6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19595-B84B-EEDA-09DF-1B1576CD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8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AAB9-C2F5-434D-5DC3-EDBD5BD5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01FF0-8EEE-140E-1CD0-2AB9684B2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82201-CE54-7892-4C8E-7F9825975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61E88-E554-8C24-B1EB-93E926AFB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50A083-0981-24E9-D077-83A22F1A6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7E4D5-37EE-0C1C-F62A-C714818B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FA2BB-569C-FD2C-A53C-F4D7315E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29F01B-9BA8-8C6E-7D9A-C9478CB1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5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F4CC0-ABA8-90F6-8614-649D9ACB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9AAF-BC08-F16A-68FA-3651A8ED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FA6A5-CE80-74CA-90FE-2BD38C4E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CA52C-FF2C-E24C-0589-0724EBB6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6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22ACD-1531-E195-A1D6-AFFE7F370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42A73-ECF1-1B2F-DEEB-AB48D7D0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273B2-2050-ACAC-1D39-19F08378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8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5127-1AE7-F3A9-287B-4AA56C44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AAFE3-4716-42FA-C2FC-4BF42683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1EB1F-B31A-654C-F9A6-2403F65F3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C0F23-08F5-51ED-45EF-577BB49A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A6F60-D818-95A6-128C-47B59BE4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3CF71-1B05-C5BC-B2BF-55DADAC9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D1-4B97-5E17-5A9B-D800DDC7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F59EF-8B91-B9E8-1F33-09B2566A6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37357-8F63-AC08-5536-C7A6B301E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AD448-7E59-7D37-EB7D-A40DBDFA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72498-9733-8587-6770-EA5F75B5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19FF1-187E-00FE-0092-C364193A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56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9D9D-0AC0-D665-1360-920CC5BA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4ADDA-A896-AA07-2E2C-F4968A24B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8364-CCA1-04EE-FABE-36DF9BE4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455C4-B0C8-1FD1-DD8B-AC065885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63AA8-B056-1F36-3523-BD3DC77B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57977-9544-3F0A-DBDC-9BD33CB92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D7295-8220-31F0-B9BA-2B9BA3F5F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F46B0-98BF-6FBC-D140-23A76AC6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34AFF-E749-AE9D-A611-04316DA52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706F1-2DFF-F515-2223-70AA29EA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1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2D741-35B7-8416-4534-BB89D3EF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6E04A-4A54-6B5E-8AE3-F9E918581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B8EA4-EC75-87D7-39A4-2D3E13010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DAF95-8DDA-4143-B158-BBBF89CF58E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5D8E-4046-5668-05DC-57BFEA7AD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6DF4B-F200-CD48-A3F3-B7B14CD7F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A255A-71BA-4A37-A04E-6AF0F6F8D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C5C505-908F-F0F3-3DF4-291F9D668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784939"/>
              </p:ext>
            </p:extLst>
          </p:nvPr>
        </p:nvGraphicFramePr>
        <p:xfrm>
          <a:off x="1828800" y="1621366"/>
          <a:ext cx="4165600" cy="33443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418011915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96703541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43899311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95368091"/>
                    </a:ext>
                  </a:extLst>
                </a:gridCol>
              </a:tblGrid>
              <a:tr h="347134">
                <a:tc gridSpan="4">
                  <a:txBody>
                    <a:bodyPr/>
                    <a:lstStyle/>
                    <a:p>
                      <a:pPr marL="266700" indent="0"/>
                      <a:r>
                        <a:rPr lang="zh-CN" altLang="en-US" dirty="0">
                          <a:latin typeface="+mn-ea"/>
                          <a:ea typeface="+mn-ea"/>
                        </a:rPr>
                        <a:t>兰扎文字（梵语）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188750"/>
                  </a:ext>
                </a:extLst>
              </a:tr>
              <a:tr h="362374">
                <a:tc gridSpan="4">
                  <a:txBody>
                    <a:bodyPr/>
                    <a:lstStyle/>
                    <a:p>
                      <a:pPr marL="266700" indent="0"/>
                      <a:r>
                        <a:rPr lang="zh-CN" altLang="en-US" dirty="0">
                          <a:latin typeface="+mn-ea"/>
                          <a:ea typeface="+mn-ea"/>
                        </a:rPr>
                        <a:t>西藏文字（藏语）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354522"/>
                  </a:ext>
                </a:extLst>
              </a:tr>
              <a:tr h="2612814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巴思巴文字</a:t>
                      </a:r>
                      <a:endParaRPr lang="en-US" altLang="zh-CN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（蒙古语）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vert="wordArtVert"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维吾尔文字</a:t>
                      </a:r>
                      <a:endParaRPr lang="en-US" altLang="zh-CN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（维吾尔语）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vert="wordArtVert"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西夏文字</a:t>
                      </a:r>
                      <a:endParaRPr lang="en-US" altLang="zh-CN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（西夏语）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vert="wordArtVert"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汉字</a:t>
                      </a:r>
                      <a:endParaRPr lang="en-US" altLang="zh-CN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dirty="0">
                          <a:latin typeface="+mn-ea"/>
                          <a:ea typeface="+mn-ea"/>
                        </a:rPr>
                        <a:t>（汉语）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vert="wordArtVert" anchor="ctr"/>
                </a:tc>
                <a:extLst>
                  <a:ext uri="{0D108BD9-81ED-4DB2-BD59-A6C34878D82A}">
                    <a16:rowId xmlns:a16="http://schemas.microsoft.com/office/drawing/2014/main" val="6868074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7AF6B12-81FC-BF32-6A01-9B722A32BA1B}"/>
              </a:ext>
            </a:extLst>
          </p:cNvPr>
          <p:cNvSpPr/>
          <p:nvPr/>
        </p:nvSpPr>
        <p:spPr>
          <a:xfrm>
            <a:off x="4349750" y="1727200"/>
            <a:ext cx="1257300" cy="520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由左向右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横向书写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C32B8B-724F-7892-0752-5E11446C894F}"/>
              </a:ext>
            </a:extLst>
          </p:cNvPr>
          <p:cNvSpPr/>
          <p:nvPr/>
        </p:nvSpPr>
        <p:spPr>
          <a:xfrm>
            <a:off x="1931986" y="4038600"/>
            <a:ext cx="1852613" cy="744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竖向书写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行从左向右排列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CEB88-5232-9650-F69C-75FEEE0E11BD}"/>
              </a:ext>
            </a:extLst>
          </p:cNvPr>
          <p:cNvSpPr/>
          <p:nvPr/>
        </p:nvSpPr>
        <p:spPr>
          <a:xfrm>
            <a:off x="4002086" y="4038600"/>
            <a:ext cx="1852613" cy="744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竖向书写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行从右向左排列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AA450CB-A9EE-C486-40E6-690624D624B7}"/>
              </a:ext>
            </a:extLst>
          </p:cNvPr>
          <p:cNvSpPr/>
          <p:nvPr/>
        </p:nvSpPr>
        <p:spPr>
          <a:xfrm>
            <a:off x="4337050" y="1727200"/>
            <a:ext cx="133350" cy="520700"/>
          </a:xfrm>
          <a:prstGeom prst="rightBrace">
            <a:avLst>
              <a:gd name="adj1" fmla="val 3802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625AA8E-918C-C91B-B736-EDD9023DCB1B}"/>
              </a:ext>
            </a:extLst>
          </p:cNvPr>
          <p:cNvSpPr/>
          <p:nvPr/>
        </p:nvSpPr>
        <p:spPr>
          <a:xfrm rot="5400000">
            <a:off x="2791617" y="3217067"/>
            <a:ext cx="133350" cy="1782766"/>
          </a:xfrm>
          <a:prstGeom prst="rightBrace">
            <a:avLst>
              <a:gd name="adj1" fmla="val 3802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BE815AF-E4A9-B5DA-EDD2-8B02705BF397}"/>
              </a:ext>
            </a:extLst>
          </p:cNvPr>
          <p:cNvSpPr/>
          <p:nvPr/>
        </p:nvSpPr>
        <p:spPr>
          <a:xfrm rot="5400000">
            <a:off x="4896641" y="3213892"/>
            <a:ext cx="133350" cy="1782766"/>
          </a:xfrm>
          <a:prstGeom prst="rightBrace">
            <a:avLst>
              <a:gd name="adj1" fmla="val 3802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8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 Chao</dc:creator>
  <cp:lastModifiedBy>Zhou Chao</cp:lastModifiedBy>
  <cp:revision>1</cp:revision>
  <dcterms:created xsi:type="dcterms:W3CDTF">2026-05-13T09:47:22Z</dcterms:created>
  <dcterms:modified xsi:type="dcterms:W3CDTF">2026-05-13T09:47:22Z</dcterms:modified>
</cp:coreProperties>
</file>